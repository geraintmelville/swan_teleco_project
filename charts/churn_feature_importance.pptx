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 coefficient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Dependents</c:v>
                  </c:pt>
                  <c:pt idx="1">
                    <c:v>Contract: 2yr</c:v>
                  </c:pt>
                  <c:pt idx="2">
                    <c:v>Tenure</c:v>
                  </c:pt>
                  <c:pt idx="3">
                    <c:v>Contract: 1yr</c:v>
                  </c:pt>
                  <c:pt idx="4">
                    <c:v>Fiber optic</c:v>
                  </c:pt>
                  <c:pt idx="5">
                    <c:v>Total Charges</c:v>
                  </c:pt>
                  <c:pt idx="6">
                    <c:v>Online Security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1.631</c:v>
                </c:pt>
                <c:pt idx="1">
                  <c:v>1.405</c:v>
                </c:pt>
                <c:pt idx="2">
                  <c:v>1.197</c:v>
                </c:pt>
                <c:pt idx="3">
                  <c:v>0.785</c:v>
                </c:pt>
                <c:pt idx="4">
                  <c:v>0.689</c:v>
                </c:pt>
                <c:pt idx="5">
                  <c:v>0.5</c:v>
                </c:pt>
                <c:pt idx="6">
                  <c:v>0.386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Tenure</c:v>
                  </c:pt>
                  <c:pt idx="1">
                    <c:v>Dependents</c:v>
                  </c:pt>
                  <c:pt idx="2">
                    <c:v>Total Charges</c:v>
                  </c:pt>
                  <c:pt idx="3">
                    <c:v>Contract: 1yr</c:v>
                  </c:pt>
                  <c:pt idx="4">
                    <c:v>Contract: 2yr</c:v>
                  </c:pt>
                  <c:pt idx="5">
                    <c:v>Fiber optic</c:v>
                  </c:pt>
                  <c:pt idx="6">
                    <c:v>Monthly Charges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0.182</c:v>
                </c:pt>
                <c:pt idx="1">
                  <c:v>0.071</c:v>
                </c:pt>
                <c:pt idx="2">
                  <c:v>0.048</c:v>
                </c:pt>
                <c:pt idx="3">
                  <c:v>0.045</c:v>
                </c:pt>
                <c:pt idx="4">
                  <c:v>0.042</c:v>
                </c:pt>
                <c:pt idx="5">
                  <c:v>0.041</c:v>
                </c:pt>
                <c:pt idx="6">
                  <c:v>0.029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Customer Churn?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feature importance across a Logistic Regression and a Gradient Boosted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Project  |  Model Findings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Two Ways of Measuring Importance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(L1, standardized inputs)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feature's coefficient shows direction and strength; exponentiating gives an odds ratio.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selection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zeroes out weak features automatically — a natural shortlist.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effect, and odds-ratio language stakeholders can read directly.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Boosted Trees (HGB)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63640" y="224028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shuffled and the drop in Precision@500 (our real deployment metric) is measured.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of linearity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interactions and non-linear effects the logistic model can't.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which features actually move the business metric we'll deploy 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Agree on the Same Core 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structurally different models converging on the same top factors is a strong, robust signal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|coefficient|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— permutation importance (Precision@500)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Caveat: Three Features Are Entangled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40280" y="2057400"/>
            <a:ext cx="2103120" cy="2103120"/>
          </a:xfrm>
          <a:prstGeom prst="ellipse">
            <a:avLst/>
          </a:prstGeom>
          <a:solidFill>
            <a:srgbClr val="1E2761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1C7293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3063240"/>
            <a:ext cx="2103120" cy="2103120"/>
          </a:xfrm>
          <a:prstGeom prst="ellipse">
            <a:avLst/>
          </a:prstGeom>
          <a:solidFill>
            <a:srgbClr val="F96167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3794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≈ Tenure × Monthly Charges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two models split credit for this signal differently: L1 zeroed out Monthly Charges entirely and leaned on Tenure and Total Charges instead. HGB still finds moderate importance in Monthly Charges. Neither model is wrong — the three features carry overlapping information.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framing: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tenure, contract length, and spend as a joint driver of retention risk, not three independently-ranked factors.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Incentivize at Sign-Up?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Length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 the top 5 by both models
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few genuinely actionable levers — offered directly at sign-up
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and 2-year contracts both show strongly reduced churn odds vs. month-to-month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Lever: Add-ons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25603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 and Tech Support both reduce churn odds in the LR model
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one free at sign-up is a lower-cost complement to a contract discount
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more overall — worth a follow-up look at price or service complaints before incentivizing that segment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2026-08-02T17:51:08Z</dcterms:created>
  <dcterms:modified xsi:type="dcterms:W3CDTF">2026-08-02T17:51:08Z</dcterms:modified>
</cp:coreProperties>
</file>